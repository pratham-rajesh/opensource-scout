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Light"/>
      <p:regular r:id="rId18"/>
      <p:bold r:id="rId19"/>
      <p:italic r:id="rId20"/>
      <p:boldItalic r:id="rId21"/>
    </p:embeddedFont>
    <p:embeddedFont>
      <p:font typeface="Urbanist SemiBold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BB60D1-8538-456C-9E4D-6D7D5EE897C2}">
  <a:tblStyle styleId="{C9BB60D1-8538-456C-9E4D-6D7D5EE897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Light-italic.fntdata"/><Relationship Id="rId22" Type="http://schemas.openxmlformats.org/officeDocument/2006/relationships/font" Target="fonts/UrbanistSemiBold-regular.fntdata"/><Relationship Id="rId21" Type="http://schemas.openxmlformats.org/officeDocument/2006/relationships/font" Target="fonts/UrbanistLight-boldItalic.fntdata"/><Relationship Id="rId24" Type="http://schemas.openxmlformats.org/officeDocument/2006/relationships/font" Target="fonts/UrbanistSemiBold-italic.fntdata"/><Relationship Id="rId23" Type="http://schemas.openxmlformats.org/officeDocument/2006/relationships/font" Target="fonts/Urbanis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SemiBold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Light-bold.fntdata"/><Relationship Id="rId18" Type="http://schemas.openxmlformats.org/officeDocument/2006/relationships/font" Target="fonts/Urbanist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0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5.png"/><Relationship Id="rId13" Type="http://schemas.openxmlformats.org/officeDocument/2006/relationships/image" Target="../media/image31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1300" y="4681537"/>
            <a:ext cx="66294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4525" y="1595437"/>
            <a:ext cx="7429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890474" y="2547937"/>
            <a:ext cx="8411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OpenSource Scout 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28862" y="3652837"/>
            <a:ext cx="7534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AI-Powered GitHub Issue Recommender for Contributors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781300" y="4976812"/>
            <a:ext cx="6629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Project Documentation &amp; Technical Overview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9180"/>
            <a:ext cx="5238750" cy="474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548705"/>
            <a:ext cx="5219700" cy="472826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Contributor's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Struggle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1960215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Beginners often face "Analysis Paralysis" when trying to contribute to Open Source. The ecosystem is vast, and finding the right entry point is difficult.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15125" y="310321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Skill Mismatch: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Issues are often too complex or poorly labeled.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386521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Time Constraints: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Hard to estimate time commitment required.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15125" y="462721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Lack of Context: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Unfamiliar codebases are intimidating.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15125" y="510346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Goal Misalignment: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Hard to find issues that match learning goals.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14131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90331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66531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141565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4077"/>
            <a:ext cx="52387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84077"/>
            <a:ext cx="52387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7269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7269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225" y="285080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19900" y="285080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4400" y="3441352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Intelligent Matching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3955702"/>
            <a:ext cx="4552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An intelligent web application that uses Machine Learning to analyze a user's GitHub profile and history. It recommends personalized "good first issues" tailored to their specific skill level.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24650" y="3441352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AI-Powered Assistance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24650" y="3955702"/>
            <a:ext cx="4552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Goes beyond simple search by integrating a RAG (Retrieval Augmented Generation) chatbot. It provides context-aware coding help based on the user's previously solved issues.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9180"/>
            <a:ext cx="538162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539180"/>
            <a:ext cx="538162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96705"/>
            <a:ext cx="5381625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4596705"/>
            <a:ext cx="5381625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188208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188208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493960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93960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8225" y="200590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77025" y="200590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8225" y="506343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705600" y="506343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Capabilities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14400" y="259645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Smart Recommendations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4400" y="3110805"/>
            <a:ext cx="469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Content Based Filtering with Weighted Score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filters thousands of issues based on language expertise and difficulty.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81775" y="259645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RAG Chatbot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581775" y="3110805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Context-aware coding assistant powered by Groq/OpenAI that learns from your contribution history.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14400" y="565398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Skill Tracking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14400" y="6168330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Automatic proficiency tracking per language. Levels up (1-10) as you solve more complex issues.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81775" y="565398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Community Health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581775" y="6168330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Evaluates repository responsiveness and maintainer activity to ensure a welcoming environment.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1544984"/>
            <a:ext cx="5200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Architecture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251266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Frontend &amp; App Layer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282699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Flask Application handling Auth, API Routes, and Jinja2 Templates.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336991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Service Layer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368424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Modular services for GitHub API fetching, Recommendation Engine, and RAG processing.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448434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Layer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4798665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SQLite for user data and ChromaDB (Vector Store) for semantic issue search.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39180"/>
            <a:ext cx="5238750" cy="474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60190"/>
            <a:ext cx="52387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08090"/>
            <a:ext cx="52387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1548705"/>
            <a:ext cx="5219700" cy="472826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Brain: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 &amp; ML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14400" y="2103090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How?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14400" y="2617440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Matches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User Embeddings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(skills, history) against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Issue Embeddings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(complexity, language) to predict relevance scores (0-1).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14400" y="435099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RAG Engine (ChromaDB)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14400" y="4865340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Retrieves your solved issues to provide context. If you ask about an error, it checks if you've solved similar bugs before generating a response.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19"/>
          <p:cNvGraphicFramePr/>
          <p:nvPr/>
        </p:nvGraphicFramePr>
        <p:xfrm>
          <a:off x="571500" y="18744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{C9BB60D1-8538-456C-9E4D-6D7D5EE897C2}</a:tableStyleId>
              </a:tblPr>
              <a:tblGrid>
                <a:gridCol w="2180925"/>
                <a:gridCol w="3427225"/>
                <a:gridCol w="5440850"/>
              </a:tblGrid>
              <a:tr h="67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25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Core 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Python 3.9+, Flask 3.0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API handling and business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AI &amp; LLM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Groq, OpenAI, Scikit-learn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Chatbot inference and ML models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SQLite, ChromaDB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Relational data and Vector 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External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GitHub REST &amp; GraphQL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Fetching user profiles and issues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Werkzeug, Flask-Login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Password hashing and session management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Technology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Stack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2565052"/>
            <a:ext cx="218092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752427" y="2565052"/>
            <a:ext cx="34272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179641" y="2565052"/>
            <a:ext cx="54408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71500" y="3241327"/>
            <a:ext cx="218092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2752427" y="3241327"/>
            <a:ext cx="34272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179641" y="3241327"/>
            <a:ext cx="54408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3917602"/>
            <a:ext cx="218092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752427" y="3917602"/>
            <a:ext cx="34272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179641" y="3917602"/>
            <a:ext cx="54408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71500" y="4593877"/>
            <a:ext cx="218092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752427" y="4593877"/>
            <a:ext cx="34272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179641" y="4593877"/>
            <a:ext cx="54408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71500" y="5270152"/>
            <a:ext cx="218092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752427" y="5270152"/>
            <a:ext cx="34272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6179641" y="5270152"/>
            <a:ext cx="54408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571500" y="4103340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451520" y="349850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716535" y="349850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5981551" y="349850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8246566" y="349850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10511581" y="349850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Contributor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Workflow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521780" y="391760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Register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4250977"/>
            <a:ext cx="19887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Link GitHub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Analyze Profile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2786795" y="391760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Discover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2836515" y="4250977"/>
            <a:ext cx="19887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Get ML-ranked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Recommendations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051810" y="391760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Assist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101530" y="4250977"/>
            <a:ext cx="19887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Consult AI Chatbot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for Context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316825" y="391760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Contribute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366545" y="4250977"/>
            <a:ext cx="19887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Solve Issue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Track Progress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581841" y="391760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Level Up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631560" y="4250977"/>
            <a:ext cx="19887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Increase Skill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9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Rating (1-10)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9180"/>
            <a:ext cx="5238750" cy="474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60190"/>
            <a:ext cx="52387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08090"/>
            <a:ext cx="52387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548705"/>
            <a:ext cx="5219700" cy="472826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Schema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724650" y="210309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Relational (SQLite)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724650" y="2617440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Users: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Auth and profile links.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UserSkills: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Proficiency per language.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SolvedIssues: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History and ratings.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724650" y="435099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Vector (ChromaDB)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724650" y="4865340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Stores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embeddings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of solved issues. Used by the RAG engine to find semantically similar past solutions when the user asks for help.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09242"/>
            <a:ext cx="20002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37942"/>
            <a:ext cx="133350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66642"/>
            <a:ext cx="2190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571500" y="1521172"/>
            <a:ext cx="5200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Future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Roadmap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66775" y="2488852"/>
            <a:ext cx="489061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Gamification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71500" y="270792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Badges for milestones, leaderboards, and contribution streaks to boost engagement.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800100" y="3517552"/>
            <a:ext cx="496062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Mobile App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571500" y="373662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React Native client for browsing issues and receiving push notifications on the go.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85825" y="4546252"/>
            <a:ext cx="48706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Social Graph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71500" y="476532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Follow other contributors and share recommendations to build a collaborative network.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021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0319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6044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3196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892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71500" y="173161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71500" y="267459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71500" y="361756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71500" y="438909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71500" y="26650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571500" y="26650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71500" y="36080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71500" y="36080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71500" y="43795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43795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71500" y="51510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71500" y="51510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1666875" y="187449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https://plus.unsplash.com/premium_photo-1663091633166-20ef12aa7b4e?fm=jpg&amp;q=60&amp;w=3000&amp;ixlib=rb-4.1.0&amp;ixid=M3wxMjA3fDB8MHxzZWFyY2h8MXx8ZGFyayUyMGNvZGV8ZW58MHx8MHx8fDA%3D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666875" y="229359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unsplash.com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1666875" y="281746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https://png.pngtree.com/thumb_back/fw800/background/20250802/pngtree-modern-isometric-server-rack-digital-illustration-glowing-blue-arrows-circling-dark-image_17684959.webp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1666875" y="323656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pngtree.com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1666875" y="376758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https://img.freepik.com/premium-photo/glowing-green-blue-neural-network-abstract-futuristic-background-artificial-intelligence-3d-rendering_36682-67554.jpg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1666875" y="400094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www.freepik.com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1666875" y="453910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https://images.unsplash.com/photo-1760548425425-e42e77fa38f1?fm=jpg&amp;q=60&amp;w=3000&amp;ixlib=rb-4.1.0&amp;ixid=M3wxMjA3fDB8MHxwaG90by1wYWdlfHx8fGVufDB8fHx8fA%3D%3D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666875" y="477247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unsplash.com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1666875" y="530349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https://media.istockphoto.com/id/1511168262/vector/digital-hand-set-location-on-map-with-two-pins-ai-technology-in-gps-innovation-delivery.jpg?s=612x612&amp;w=0&amp;k=20&amp;c=MsUX46tclu_1X3s1hTtwSmDZxwKfICJxlj-YlkOUni8=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666875" y="572259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